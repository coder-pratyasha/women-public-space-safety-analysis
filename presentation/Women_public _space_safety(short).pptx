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13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C680B-1C43-02C5-A4CE-9DD32CF947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A0AAF3-1E6B-1BF9-994D-2D32676814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A40B68-4590-1BB7-BD37-9B99A13B7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BA94A-5540-422B-9367-9C05A714FE96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353726-CCE7-44BB-11F6-C24EFDE38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EBBAC9-B596-F3B1-E485-0A83A8A83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7A946-C7B0-45E9-8373-64F0838C5B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2536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D6001-5223-5151-AC74-1FCAC0B06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62A12-5DF7-7161-78EE-1CE7A8DC2E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DAB2D0-E88B-18EA-68BF-ED49AB4F7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BA94A-5540-422B-9367-9C05A714FE96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97687-057F-3A8A-DA5B-8644E5591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8EAD9-B945-6066-1868-244977D3A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7A946-C7B0-45E9-8373-64F0838C5B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6540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AD71D-57D0-C7F7-5E65-1214B3537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2C704-B3DC-B2DF-EEAF-14FCFACE47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056711-C528-F3F7-C201-78F3AE972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BA94A-5540-422B-9367-9C05A714FE96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FEEF5D-2FD2-6DD7-FBC1-465B233C2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38AF3C-9F08-EECD-B00D-56E5BB4A7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7A946-C7B0-45E9-8373-64F0838C5B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7548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8310-059D-5BFF-E8AC-21B1EA287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F5581-5999-BD8A-E7EF-5EFB165403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718D4F-DA24-7058-F5EE-A6E0447832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024493-A3D4-CB96-6CEE-03D66AFB1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BA94A-5540-422B-9367-9C05A714FE96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C8012F-1DF4-13D4-8AF2-E0CB0C54A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9E2FBA-31F5-E8E5-F44A-3351451D7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7A946-C7B0-45E9-8373-64F0838C5B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4535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1D700-63BB-2C5B-40AB-962E1C4E0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5CC2EB-CC1A-E617-1585-B19836D21A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533B11-53AF-4BB1-89C4-9D31152643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BE7E99-585B-31B1-D107-EBDD2A8A6A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2E5145-51FA-4391-F386-9D22689CF6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63B0F6-5291-F046-CD6E-813BBA624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BA94A-5540-422B-9367-9C05A714FE96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BA9B77-7E38-F8FA-9DFF-72767C116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78632C-7AC2-064D-0C15-3B407E351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7A946-C7B0-45E9-8373-64F0838C5B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2777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30F47-82F0-E093-2C30-7F61E3B0E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1F42CC-4BF9-D8D5-0FA2-6497C65A6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BA94A-5540-422B-9367-9C05A714FE96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6AD107-39AA-1567-1657-C295BFAB5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2E7361-444F-0FC6-25B7-72299AF1D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7A946-C7B0-45E9-8373-64F0838C5B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4348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B199A4-657E-1AF8-2A54-A693263CA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BA94A-5540-422B-9367-9C05A714FE96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0535C8-F0DF-45C0-5C15-97302CC9A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B59EB3-58A5-F752-C292-F8912218F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7A946-C7B0-45E9-8373-64F0838C5B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0049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8DD77-8727-13E6-1949-FD9973020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FF6D1-5541-113D-456F-E7940EDA14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1604A7-7060-AD52-81D3-68DA85E87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680671-5F17-1E2F-A933-49946F1EF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BA94A-5540-422B-9367-9C05A714FE96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5DB4A2-D006-9EA7-C38F-DD32A39D2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6D800D-40E7-EC7D-3485-8C998C82A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7A946-C7B0-45E9-8373-64F0838C5B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3014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1077D-471A-975F-92DE-3B7AE5004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B6D0B9-E952-7714-897F-45B45F3CBF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50D55C-68F1-C0F1-DF70-6557086217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22310E-A1F9-26A3-C60D-1EE6F3173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BA94A-5540-422B-9367-9C05A714FE96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EF671A-0C9A-729E-5656-A242D095B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F07FE3-6CAE-75F2-AE7C-CC51B289F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7A946-C7B0-45E9-8373-64F0838C5B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9550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3D3AE-85D1-F74C-A9E9-90ED15B53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F5EEA1-8B71-F3F8-9738-238D13678D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23DE9E-13AB-4F80-8FF9-8FB67CB5D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BA94A-5540-422B-9367-9C05A714FE96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9BC31-1127-AEEE-2B37-AFF79DF61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2B1B10-4F2A-0327-613E-61CD688CE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7A946-C7B0-45E9-8373-64F0838C5B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3739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1840B4-0642-4FE1-C894-55449136FC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E2D7F0-4C84-8CC9-41D0-E3CA77685E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733C4-7685-552F-BD56-34E304FC2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BA94A-5540-422B-9367-9C05A714FE96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C4C7FD-F365-7D0B-9384-D175FC0DF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170E91-6476-67CD-B410-EAA0D5D43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7A946-C7B0-45E9-8373-64F0838C5B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7153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F188E0-00AC-69B0-2A60-0D0A32C85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F9A675-9882-D298-B334-00AB292C35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909456-8A23-2D24-B48B-3A9C45430C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3BA94A-5540-422B-9367-9C05A714FE96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1350D-F427-54BE-04EB-C67DCC383F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9B6A2A-4F20-707D-47E1-0E16B78B2E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67A946-C7B0-45E9-8373-64F0838C5B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118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4FE3698-99B0-56B8-8093-2CF3140085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248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22A186-E24F-79E5-B6DA-70FAB83812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689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AF8F58-B69F-5AB8-9F52-75543E58F4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465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12969A-26AD-71E1-B465-12EF6BBF5B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403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A1D18F-BB20-BCCA-3315-1C0DCEF19E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23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9711E5-38D6-27AB-F92F-BAC66AFCE5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9236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pratyasha2005palit@gmail.com</dc:creator>
  <cp:lastModifiedBy>pratyasha2005palit@gmail.com</cp:lastModifiedBy>
  <cp:revision>1</cp:revision>
  <dcterms:created xsi:type="dcterms:W3CDTF">2026-03-31T06:56:08Z</dcterms:created>
  <dcterms:modified xsi:type="dcterms:W3CDTF">2026-03-31T07:01:42Z</dcterms:modified>
</cp:coreProperties>
</file>